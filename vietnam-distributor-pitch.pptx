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3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C635C"/>
                </a:solidFill>
                <a:latin typeface="+mn-lt"/>
              </a:rPr>
              <a:t>Online supplement sales, Jan to May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online supplement sales</c:v>
                </c:pt>
              </c:strCache>
            </c:strRef>
          </c:tx>
          <c:spPr>
            <a:solidFill>
              <a:srgbClr val="1F4D3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C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CFC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Official stores</c:v>
                  </c:pt>
                  <c:pt idx="1">
                    <c:v>Unverified sellers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0.262</c:v>
                </c:pt>
                <c:pt idx="1">
                  <c:v>0.738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A1C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C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thank them for the time; Organika has sold in Vietnam for years and is planning the next phase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 ×  VIETNAM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partnership for premium Canadian natural health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· Magnesium · Greens · Probiotics · Fibre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To · Senior Sales Manager, Emerging Channels · Organika Health Products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worth building, carefully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13232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~US$0.9B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788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market, 2024 (analyst consensus)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64992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9584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~11%/yr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29584" y="2788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to ~US$1.7B by 2030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81344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45936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2788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supplement market in Southeast Asia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97696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62288" y="1965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162288" y="27889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supplement sales now through official stores (Jan to May 2025)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counterfeit crackdown pushed shoppers toward provably genuine imports. That shift is the opening.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and Ken Research (2025); Euromonitor via NutraIngredients (2026); Metric.vn platform data via Đại Biểu Nhân Dân (2025).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shelves are crowded, and where they are open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BEDE7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937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fish oil and multivitamins (Blackmores, Doppelherz)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81528"/>
            <a:ext cx="4937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ginseng gifting (KGC and many others)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31336"/>
            <a:ext cx="4937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DHA and calcium (crowded, and trust damaged in 2025)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81144"/>
            <a:ext cx="4937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collagen at mass prices (many Korean and local brands)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8F0EA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331720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Chelated sleep and stress magnesium: no official brand owns 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081528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greens powder: only a Japanese aojiru niche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831336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Canadian collagen below Japanese prices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581144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label Canadian: no Canadian brand at scale yet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where Organika is open and priced to win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0EA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81965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Collagen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8196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81965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premium band today; Canadian quality story and a Tet gift format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0EA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6609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bisglycinate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6609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66090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shelf; launched in a Vietnam pack sized to its price band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50215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502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50215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shelf; follows in a smaller format so it lands inside the band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43434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343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34340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once we have a clear strain or format advantage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51846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1846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518464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out the range once the core is selling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shoppers are moving to genuine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73736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73736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122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us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377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online shoppers rank guaranteed genuine goods as the top improvement they want, ahead of discounts (41%)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supplement sales fell 22% in USD in 2025 as fakes were purged, while official stores gained share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were jailed for false health product claims in November 2025; the former food safety chief got 20 years in January 2026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Metric.vn via Đại Biểu Nhân Dân (2025); VnExpress (2026); court reporting (VnExpress, Thanh Niên).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support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134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certified Canadian manufacturing, free sale certificates and lab testing to build each dossier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7830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investment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3134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launch budget for pharmacist education, compliant KOC content and official store vouchers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market control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307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packs and a price ladder so stock bought abroad does not undercut your shelf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headroom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7307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set with room for Tet and double day campaigns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Canada quality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1480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ranked first in the world on food quality and safety (Global Food Security Index, 2022)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registration plan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1480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files, who holds, and how a handover works, agreed up front in writing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 of a partner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6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0299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4871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chains, Long Chau first, plus official stores on Shopee and TikTok Shop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8F0EA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6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401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Exclusivity, earned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8587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exclusivity tied to agreed volume milestones, so both sides have a reason to invest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6634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56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773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52303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brand owner for Organika and a quarterly business review together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to win the shelf, with room to promote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shelf prices; final pricing is set together with our partner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E8F0EA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Collagen 250g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85623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VND 650–700k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81965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and Korean premium collagen sells at VND 650–850k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24597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of the premium band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31927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bisglycinate, Vietnam pack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31927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VND 300–400k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28269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Doppelherz magnesium from VND 220k; Blackmores Bio Magnesium near VND 500k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922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inside the band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EEF0EC"/>
          </a:solidFill>
          <a:ln/>
          <a:effectLst>
            <a:outerShdw sx="100000" sy="100000" kx="0" ky="0" algn="bl" rotWithShape="0" blurRad="635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78231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Greens, smaller format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4782312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VND 450–550k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7457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Orihiro aojiru greens VND 350–470k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53858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inside the band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prices: Vietnamese retail and pharmacy listings, 2025 to 2026.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plan: twelve months to the first Tet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2286000"/>
            <a:ext cx="822960" cy="82296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57400" y="2697480"/>
            <a:ext cx="1417320" cy="0"/>
          </a:xfrm>
          <a:prstGeom prst="line">
            <a:avLst/>
          </a:prstGeom>
          <a:noFill/>
          <a:ln w="25400">
            <a:solidFill>
              <a:srgbClr val="C8D2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to Dec 2026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partner plan, file trademarks, start dossiers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822960" cy="82296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1417320" cy="0"/>
          </a:xfrm>
          <a:prstGeom prst="line">
            <a:avLst/>
          </a:prstGeom>
          <a:noFill/>
          <a:ln w="25400">
            <a:solidFill>
              <a:srgbClr val="C8D2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 to Mar 2027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7033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registrations; confirm the rules under the new food safety law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15000" y="2286000"/>
            <a:ext cx="822960" cy="82296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37960" y="2697480"/>
            <a:ext cx="1417320" cy="0"/>
          </a:xfrm>
          <a:prstGeom prst="line">
            <a:avLst/>
          </a:prstGeom>
          <a:noFill/>
          <a:ln w="25400">
            <a:solidFill>
              <a:srgbClr val="C8D2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to Jun 2027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7033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stores live; online launch; first sales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2286000"/>
            <a:ext cx="822960" cy="82296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552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778240" y="2697480"/>
            <a:ext cx="1417320" cy="0"/>
          </a:xfrm>
          <a:prstGeom prst="line">
            <a:avLst/>
          </a:prstGeom>
          <a:noFill/>
          <a:ln w="25400">
            <a:solidFill>
              <a:srgbClr val="C8D2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to Aug 2027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7033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Chau and Pharmacity listing push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95560" y="2286000"/>
            <a:ext cx="822960" cy="822960"/>
          </a:xfrm>
          <a:prstGeom prst="ellipse">
            <a:avLst/>
          </a:prstGeom>
          <a:solidFill>
            <a:srgbClr val="C56A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955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to Nov 2027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37033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Tet sell in: gift sets and chain displays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 2028 falls on 26 January, so the gift sell in runs September to November 2027.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× Vietnam  ·  distribution partnership  ·  working briefing, not a public document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range, the pack plan and the registration plan, then set the first milestones together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To  ·  Senior Sales Manager, Emerging Channels  ·  Organika Health Products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makes no claim that any product treats or prevents disease.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Organika x Vietnam: distribution partnership</dc:title>
  <dc:subject>PptxGenJS Presentation</dc:subject>
  <dc:creator>Louis To</dc:creator>
  <cp:lastModifiedBy>Louis To</cp:lastModifiedBy>
  <cp:revision>1</cp:revision>
  <dcterms:created xsi:type="dcterms:W3CDTF">2026-10-24T02:53:00Z</dcterms:created>
  <dcterms:modified xsi:type="dcterms:W3CDTF">2026-10-24T02:53:00Z</dcterms:modified>
</cp:coreProperties>
</file>